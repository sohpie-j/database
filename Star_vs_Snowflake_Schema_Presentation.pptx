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2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 Schema vs Snowflake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Summary of Data Warehouse Modeling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Limitations of Operational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OLTP focused: insert, update, delete</a:t>
            </a:r>
          </a:p>
          <a:p>
            <a:r>
              <a:rPr sz="2400" dirty="0"/>
              <a:t>ACID properties ensured</a:t>
            </a:r>
          </a:p>
          <a:p>
            <a:r>
              <a:rPr sz="2400" dirty="0"/>
              <a:t>Normalization and ER model for integrity</a:t>
            </a:r>
          </a:p>
          <a:p>
            <a:r>
              <a:rPr sz="2400" dirty="0"/>
              <a:t>Not suitable for complex analytical queries</a:t>
            </a:r>
          </a:p>
          <a:p>
            <a:r>
              <a:rPr sz="2400" dirty="0"/>
              <a:t>Limited to application-specific 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Warehouse and OLAP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Integrates data from multiple sources</a:t>
            </a:r>
          </a:p>
          <a:p>
            <a:r>
              <a:rPr sz="2400" dirty="0"/>
              <a:t>Maintains historical data</a:t>
            </a:r>
          </a:p>
          <a:p>
            <a:r>
              <a:rPr sz="2400" dirty="0"/>
              <a:t>OLAP optimized for analytical queries</a:t>
            </a:r>
          </a:p>
          <a:p>
            <a:r>
              <a:rPr sz="2400" dirty="0"/>
              <a:t>Supports strategic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Dimensional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Metrics: business indicators like revenue, sales</a:t>
            </a:r>
          </a:p>
          <a:p>
            <a:r>
              <a:rPr sz="2400" dirty="0"/>
              <a:t>Dimensions: categories for analyzing metrics</a:t>
            </a:r>
          </a:p>
          <a:p>
            <a:r>
              <a:rPr sz="2400" dirty="0"/>
              <a:t>Enables fast, intuitive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Star vs Snowflake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191000"/>
          </a:xfrm>
        </p:spPr>
        <p:txBody>
          <a:bodyPr>
            <a:normAutofit/>
          </a:bodyPr>
          <a:lstStyle/>
          <a:p>
            <a:r>
              <a:rPr sz="2800" dirty="0"/>
              <a:t>Star Schema:</a:t>
            </a:r>
          </a:p>
          <a:p>
            <a:pPr marL="400050" lvl="1" indent="0">
              <a:buNone/>
            </a:pPr>
            <a:r>
              <a:rPr sz="2400" dirty="0"/>
              <a:t>- Simple structure</a:t>
            </a:r>
          </a:p>
          <a:p>
            <a:pPr marL="400050" lvl="1" indent="0">
              <a:buNone/>
            </a:pPr>
            <a:r>
              <a:rPr sz="2400" dirty="0"/>
              <a:t>- Denormalized dimensions</a:t>
            </a:r>
          </a:p>
          <a:p>
            <a:pPr marL="400050" lvl="1" indent="0">
              <a:buNone/>
            </a:pPr>
            <a:r>
              <a:rPr sz="2400" dirty="0"/>
              <a:t>- Fast querying</a:t>
            </a:r>
          </a:p>
          <a:p>
            <a:endParaRPr sz="2800" dirty="0"/>
          </a:p>
          <a:p>
            <a:r>
              <a:rPr sz="2800" dirty="0"/>
              <a:t>Snowflake Schema:</a:t>
            </a:r>
          </a:p>
          <a:p>
            <a:pPr marL="400050" lvl="1" indent="0">
              <a:buNone/>
            </a:pPr>
            <a:r>
              <a:rPr sz="2400" dirty="0"/>
              <a:t>- Normalized dimensions</a:t>
            </a:r>
          </a:p>
          <a:p>
            <a:pPr marL="400050" lvl="1" indent="0">
              <a:buNone/>
            </a:pPr>
            <a:r>
              <a:rPr sz="2400" dirty="0"/>
              <a:t>- Saves space, better integrity</a:t>
            </a:r>
          </a:p>
          <a:p>
            <a:pPr marL="400050" lvl="1" indent="0">
              <a:buNone/>
            </a:pPr>
            <a:r>
              <a:rPr sz="2400" dirty="0"/>
              <a:t>- More joins, slightly slower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Star Schema vs Snowflake Schema</vt:lpstr>
      <vt:lpstr>1. Limitations of Operational Databases</vt:lpstr>
      <vt:lpstr>2. Data Warehouse and OLAP</vt:lpstr>
      <vt:lpstr>3. Dimensional Modeling</vt:lpstr>
      <vt:lpstr>4. Star vs Snowflake Schema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kyunga jang</dc:creator>
  <cp:keywords/>
  <dc:description>generated using python-pptx</dc:description>
  <cp:lastModifiedBy>Kyung A Jang</cp:lastModifiedBy>
  <cp:revision>2</cp:revision>
  <dcterms:created xsi:type="dcterms:W3CDTF">2013-01-27T09:14:16Z</dcterms:created>
  <dcterms:modified xsi:type="dcterms:W3CDTF">2025-03-25T16:04:06Z</dcterms:modified>
  <cp:category/>
</cp:coreProperties>
</file>